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DDDFF"/>
                </a:solidFill>
              </a:defRPr>
            </a:pPr>
            <a:r>
              <a:t>Modulo 10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Problemi e Riferimenti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CCCFF"/>
                </a:solidFill>
              </a:defRPr>
            </a:pPr>
            <a:r>
              <a:t>Troubleshooting, glossario 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AAAFF"/>
                </a:solidFill>
              </a:defRPr>
            </a:pPr>
            <a:r>
              <a:t>FTM Academy - Video Corso Coach/Formatore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Problemi Comuni -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Non vedo studenti: verifica corso e filtri attivi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Pagina lenta: troppe card aperte → usa Vista Compatta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Note perse: le note sovrascrivono, usa date nel testo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Filtri non funzionano: clicca "Tutti" per reset completo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Problemi Comuni -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Report vuoto: studente ha quiz? Verifica tab "Ultimi 7gg"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Radar vuoti: servono almeno 3 competenze con dati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Quiz non appare: verificare stato (completato vs in corso)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Valutazione non salva: sessione scaduta → ricarica pagina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Problemi Comuni - Altro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Export Word non funziona: solo per studenti "Fine 6 Sett."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Sollecito non parte: studente già completato o disabilitato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Iscrizione Atelier fallisce: posti esauriti o non in sett. 3+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Sessione scade: salva spesso, max ~2 ore di sessione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Contatti Supporto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Studente non assegnato / permessi / corsi → Segreteria FTM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Bug / errori pagina / funzionalità → Supporto tecnico IT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Problemi Moodle generali (login, password) → Admin Moodle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Domande sull'uso degli strumenti → Coordinatore coach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Checklist Settimanale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Lunedì: nuovi studenti, fine 6 sett., sotto soglia, autoval mancanti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Mar-Gio: aggiorna valutazioni, prendi note, verifica quiz, atelier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Venerdì: rivedi sett. 5-6, firma valutazioni, export Word, report classe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Mensile: confronta studenti, rivedi soglie, report per segreteria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Riepilogo Corso Completo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Dashboard → il tuo centro di controllo quotidiano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Report → analisi profonda quando serve approfondire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Valutazione → la tua voce professionale (scala Bloom)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Bilancio → preparazione colloqui basata su dati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Scheduler → pianificazione e organizzazione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999999"/>
                </a:solidFill>
              </a:defRPr>
            </a:pPr>
            <a:r>
              <a:t>💡 Buon lavoro! Ora hai tutti gli strumenti per essere un coach efficace.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Fine Modulo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