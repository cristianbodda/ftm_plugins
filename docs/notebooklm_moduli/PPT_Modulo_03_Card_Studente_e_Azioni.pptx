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8" r:id="rId7"/>
    <p:sldId id="261" r:id="rId8"/>
    <p:sldId id="260" r:id="rId9"/>
    <p:sldId id="269" r:id="rId10"/>
    <p:sldId id="264" r:id="rId11"/>
    <p:sldId id="265" r:id="rId12"/>
    <p:sldId id="266" r:id="rId13"/>
    <p:sldId id="267" r:id="rId14"/>
    <p:sldId id="271" r:id="rId15"/>
    <p:sldId id="270" r:id="rId16"/>
    <p:sldId id="26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3" d="100"/>
          <a:sy n="123" d="100"/>
        </p:scale>
        <p:origin x="619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DDDFF"/>
                </a:solidFill>
              </a:defRPr>
            </a:pPr>
            <a:r>
              <a:t>Modulo 3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Card Studente e 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CCFF"/>
                </a:solidFill>
              </a:defRPr>
            </a:pPr>
            <a:r>
              <a:t>Tutto quello che trovi nella card di ogni studente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AAFF"/>
                </a:solidFill>
              </a:defRPr>
            </a:pPr>
            <a:r>
              <a:t>FTM Academy - Video Corso Coach/Formatore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37160"/>
            <a:ext cx="289540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rPr lang="it-CH" dirty="0"/>
              <a:t>Visione </a:t>
            </a:r>
            <a:r>
              <a:rPr lang="it-CH" dirty="0" err="1"/>
              <a:t>DashBoard</a:t>
            </a:r>
            <a:r>
              <a:rPr lang="it-CH" dirty="0"/>
              <a:t> Coach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Card studente espansa con tutte le sezioni visibili</a:t>
            </a:r>
          </a:p>
        </p:txBody>
      </p:sp>
      <p:pic>
        <p:nvPicPr>
          <p:cNvPr id="10" name="Immagine 9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7012AAAC-002A-253F-2065-DCDBA889B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1801"/>
            <a:ext cx="9144000" cy="48943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Header della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001162"/>
            <a:ext cx="76809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Nome e email </a:t>
            </a:r>
            <a:r>
              <a:rPr dirty="0" err="1"/>
              <a:t>dello</a:t>
            </a:r>
            <a:r>
              <a:rPr dirty="0"/>
              <a:t> </a:t>
            </a:r>
            <a:r>
              <a:rPr dirty="0" err="1"/>
              <a:t>studente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Badge </a:t>
            </a:r>
            <a:r>
              <a:rPr dirty="0" err="1"/>
              <a:t>settore</a:t>
            </a:r>
            <a:r>
              <a:rPr dirty="0"/>
              <a:t> con </a:t>
            </a:r>
            <a:r>
              <a:rPr dirty="0" err="1"/>
              <a:t>medaglie</a:t>
            </a:r>
            <a:r>
              <a:rPr dirty="0"/>
              <a:t>: 🥇 </a:t>
            </a:r>
            <a:r>
              <a:rPr dirty="0" err="1"/>
              <a:t>Primario</a:t>
            </a:r>
            <a:r>
              <a:rPr dirty="0"/>
              <a:t>, 🥈 </a:t>
            </a:r>
            <a:r>
              <a:rPr dirty="0" err="1"/>
              <a:t>Secondario</a:t>
            </a:r>
            <a:r>
              <a:rPr dirty="0"/>
              <a:t>, 🥉 </a:t>
            </a:r>
            <a:r>
              <a:rPr dirty="0" err="1"/>
              <a:t>Terziario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Badge </a:t>
            </a:r>
            <a:r>
              <a:rPr dirty="0" err="1"/>
              <a:t>settimana</a:t>
            </a:r>
            <a:r>
              <a:rPr dirty="0"/>
              <a:t> </a:t>
            </a:r>
            <a:r>
              <a:rPr dirty="0" err="1"/>
              <a:t>corrente</a:t>
            </a:r>
            <a:r>
              <a:rPr dirty="0"/>
              <a:t> (es. "Sett. </a:t>
            </a:r>
            <a:r>
              <a:rPr lang="it-CH" dirty="0"/>
              <a:t>6</a:t>
            </a:r>
            <a:r>
              <a:rPr dirty="0"/>
              <a:t>")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Badge alert: "FINE 6 SETT." (rosso), "SOTTO SOGLIA" (</a:t>
            </a:r>
            <a:r>
              <a:rPr dirty="0" err="1"/>
              <a:t>arancione</a:t>
            </a:r>
            <a:r>
              <a:rPr dirty="0"/>
              <a:t>)</a:t>
            </a:r>
          </a:p>
        </p:txBody>
      </p:sp>
      <p:pic>
        <p:nvPicPr>
          <p:cNvPr id="10" name="Immagine 9" descr="Immagine che contiene testo, elettronica, schermata, multimediale&#10;&#10;Il contenuto generato dall'IA potrebbe non essere corretto.">
            <a:extLst>
              <a:ext uri="{FF2B5EF4-FFF2-40B4-BE49-F238E27FC236}">
                <a16:creationId xmlns:a16="http://schemas.microsoft.com/office/drawing/2014/main" id="{52C2B9D0-8260-B95F-C93A-6552AF0E3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2" y="2562808"/>
            <a:ext cx="6154009" cy="4064563"/>
          </a:xfrm>
          <a:prstGeom prst="rect">
            <a:avLst/>
          </a:prstGeom>
        </p:spPr>
      </p:pic>
      <p:pic>
        <p:nvPicPr>
          <p:cNvPr id="12" name="Immagine 11" descr="Immagine che contiene testo, schermata, Carattere, Parallelo&#10;&#10;Il contenuto generato dall'IA potrebbe non essere corretto.">
            <a:extLst>
              <a:ext uri="{FF2B5EF4-FFF2-40B4-BE49-F238E27FC236}">
                <a16:creationId xmlns:a16="http://schemas.microsoft.com/office/drawing/2014/main" id="{E4D6137D-9451-C8CA-14E2-22892BCB4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00" y="0"/>
            <a:ext cx="23013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Quick Actions e Scelte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0"/>
              </a:spcBef>
              <a:defRPr sz="2400" b="1">
                <a:solidFill>
                  <a:srgbClr val="999999"/>
                </a:solidFill>
              </a:defRPr>
            </a:pPr>
            <a:r>
              <a:t>📷 SCREENSHOT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Barra pulsanti azione + dropdown scelte settimanali</a:t>
            </a:r>
          </a:p>
          <a:p>
            <a:br/>
            <a:r>
              <a:t>[File: mod03_actions.png]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Barra pulsanti azione + dropdown scelte settimanali</a:t>
            </a:r>
          </a:p>
        </p:txBody>
      </p:sp>
      <p:pic>
        <p:nvPicPr>
          <p:cNvPr id="6" name="Immagine 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9A7FAECA-E8E2-B04E-D0B3-5A4AD91CA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35" y="822960"/>
            <a:ext cx="6848669" cy="2654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Sezione Progress e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44313" y="402336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995" y="438912"/>
            <a:ext cx="76809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3 barre </a:t>
            </a:r>
            <a:r>
              <a:rPr dirty="0" err="1"/>
              <a:t>colorate</a:t>
            </a:r>
            <a:r>
              <a:rPr dirty="0"/>
              <a:t>: </a:t>
            </a:r>
            <a:r>
              <a:rPr dirty="0" err="1"/>
              <a:t>Competenze</a:t>
            </a:r>
            <a:r>
              <a:rPr dirty="0"/>
              <a:t> (</a:t>
            </a:r>
            <a:r>
              <a:rPr lang="it-CH" dirty="0"/>
              <a:t>81%</a:t>
            </a:r>
            <a:r>
              <a:rPr dirty="0"/>
              <a:t>), </a:t>
            </a:r>
            <a:r>
              <a:rPr dirty="0" err="1"/>
              <a:t>Autoval</a:t>
            </a:r>
            <a:r>
              <a:rPr dirty="0"/>
              <a:t> (</a:t>
            </a:r>
            <a:r>
              <a:rPr lang="it-CH" dirty="0"/>
              <a:t>5.6</a:t>
            </a:r>
            <a:r>
              <a:rPr dirty="0"/>
              <a:t>), Lab (</a:t>
            </a:r>
            <a:r>
              <a:rPr lang="it-CH" dirty="0"/>
              <a:t>--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Rosso se sotto </a:t>
            </a:r>
            <a:r>
              <a:rPr dirty="0" err="1"/>
              <a:t>soglia</a:t>
            </a:r>
            <a:r>
              <a:rPr dirty="0"/>
              <a:t> 50%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Badge </a:t>
            </a:r>
            <a:r>
              <a:rPr dirty="0" err="1"/>
              <a:t>stato</a:t>
            </a:r>
            <a:r>
              <a:rPr dirty="0"/>
              <a:t>: done (✓ </a:t>
            </a:r>
            <a:r>
              <a:rPr dirty="0" err="1"/>
              <a:t>verde</a:t>
            </a:r>
            <a:r>
              <a:rPr dirty="0"/>
              <a:t>), pending (⏱ giallo), missing (✗ rosso)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Timeline 6 </a:t>
            </a:r>
            <a:r>
              <a:rPr dirty="0" err="1"/>
              <a:t>settimane</a:t>
            </a:r>
            <a:r>
              <a:rPr dirty="0"/>
              <a:t> con </a:t>
            </a:r>
            <a:r>
              <a:rPr dirty="0" err="1"/>
              <a:t>indicatori</a:t>
            </a:r>
            <a:r>
              <a:rPr dirty="0"/>
              <a:t> </a:t>
            </a:r>
            <a:r>
              <a:rPr dirty="0" err="1"/>
              <a:t>visivi</a:t>
            </a:r>
            <a:endParaRPr dirty="0"/>
          </a:p>
        </p:txBody>
      </p:sp>
      <p:pic>
        <p:nvPicPr>
          <p:cNvPr id="8" name="Immagine 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76F2F644-3A49-3D8B-5E81-2AA01DB63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542" y="1820702"/>
            <a:ext cx="9144000" cy="5144923"/>
          </a:xfrm>
          <a:prstGeom prst="rect">
            <a:avLst/>
          </a:prstGeom>
        </p:spPr>
      </p:pic>
      <p:pic>
        <p:nvPicPr>
          <p:cNvPr id="10" name="Immagine 9" descr="Immagine che contiene testo, Carattere, log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D1D2B0BB-CEFC-F8E7-FD06-1D3358545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411" y="2730209"/>
            <a:ext cx="1609762" cy="5489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DD8F7FB4-A70D-AA63-F53F-E68569DF5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886" y="1593839"/>
            <a:ext cx="5001616" cy="5071514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68319DFF-7E1E-857A-A5EB-B88F73741295}"/>
              </a:ext>
            </a:extLst>
          </p:cNvPr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Sezione Progress e Status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2121E69-A944-3C66-372B-42C3E33D52E4}"/>
              </a:ext>
            </a:extLst>
          </p:cNvPr>
          <p:cNvSpPr txBox="1"/>
          <p:nvPr/>
        </p:nvSpPr>
        <p:spPr>
          <a:xfrm>
            <a:off x="1156995" y="438912"/>
            <a:ext cx="7680960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Rosso se sotto </a:t>
            </a:r>
            <a:r>
              <a:rPr dirty="0" err="1"/>
              <a:t>soglia</a:t>
            </a:r>
            <a:r>
              <a:rPr dirty="0"/>
              <a:t> 50%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Badge </a:t>
            </a:r>
            <a:r>
              <a:rPr dirty="0" err="1"/>
              <a:t>stato</a:t>
            </a:r>
            <a:r>
              <a:rPr dirty="0"/>
              <a:t>: done (✓ </a:t>
            </a:r>
            <a:r>
              <a:rPr dirty="0" err="1"/>
              <a:t>verde</a:t>
            </a:r>
            <a:r>
              <a:rPr dirty="0"/>
              <a:t>), pending (⏱ giallo), missing (✗ rosso)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Timeline 6 </a:t>
            </a:r>
            <a:r>
              <a:rPr dirty="0" err="1"/>
              <a:t>settimane</a:t>
            </a:r>
            <a:r>
              <a:rPr dirty="0"/>
              <a:t> con </a:t>
            </a:r>
            <a:r>
              <a:rPr dirty="0" err="1"/>
              <a:t>indicatori</a:t>
            </a:r>
            <a:r>
              <a:rPr dirty="0"/>
              <a:t> </a:t>
            </a:r>
            <a:r>
              <a:rPr dirty="0" err="1"/>
              <a:t>visivi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6470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9743" y="13610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rPr dirty="0"/>
              <a:t>Le 7 Quick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109" y="538436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105747" y="556724"/>
            <a:ext cx="1040674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📊 Report → </a:t>
            </a:r>
            <a:r>
              <a:rPr dirty="0" err="1"/>
              <a:t>apre</a:t>
            </a:r>
            <a:r>
              <a:rPr dirty="0"/>
              <a:t> report </a:t>
            </a:r>
            <a:r>
              <a:rPr dirty="0" err="1"/>
              <a:t>studente</a:t>
            </a:r>
            <a:r>
              <a:rPr dirty="0"/>
              <a:t> </a:t>
            </a:r>
            <a:r>
              <a:rPr dirty="0" err="1"/>
              <a:t>dettagliato</a:t>
            </a:r>
            <a:r>
              <a:rPr lang="it-CH" dirty="0"/>
              <a:t> </a:t>
            </a:r>
            <a:r>
              <a:rPr dirty="0"/>
              <a:t>  </a:t>
            </a:r>
            <a:r>
              <a:rPr lang="it-CH" dirty="0"/>
              <a:t>           </a:t>
            </a:r>
            <a:r>
              <a:rPr dirty="0"/>
              <a:t>•  ✅ </a:t>
            </a:r>
            <a:r>
              <a:rPr dirty="0" err="1"/>
              <a:t>Valutazione</a:t>
            </a:r>
            <a:r>
              <a:rPr dirty="0"/>
              <a:t> → </a:t>
            </a:r>
            <a:r>
              <a:rPr dirty="0" err="1"/>
              <a:t>apre</a:t>
            </a:r>
            <a:r>
              <a:rPr dirty="0"/>
              <a:t> </a:t>
            </a:r>
            <a:r>
              <a:rPr dirty="0" err="1"/>
              <a:t>valutazione</a:t>
            </a:r>
            <a:r>
              <a:rPr dirty="0"/>
              <a:t> </a:t>
            </a:r>
            <a:r>
              <a:rPr dirty="0" err="1"/>
              <a:t>formatore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👤 </a:t>
            </a:r>
            <a:r>
              <a:rPr dirty="0" err="1"/>
              <a:t>Profilo</a:t>
            </a:r>
            <a:r>
              <a:rPr dirty="0"/>
              <a:t> → </a:t>
            </a:r>
            <a:r>
              <a:rPr dirty="0" err="1"/>
              <a:t>profilo</a:t>
            </a:r>
            <a:r>
              <a:rPr dirty="0"/>
              <a:t> </a:t>
            </a:r>
            <a:r>
              <a:rPr dirty="0" err="1"/>
              <a:t>utente</a:t>
            </a:r>
            <a:r>
              <a:rPr dirty="0"/>
              <a:t> Moodle</a:t>
            </a:r>
            <a:r>
              <a:rPr lang="it-CH" dirty="0"/>
              <a:t>                    </a:t>
            </a:r>
            <a:r>
              <a:rPr dirty="0"/>
              <a:t>  </a:t>
            </a:r>
            <a:r>
              <a:rPr lang="it-CH" dirty="0"/>
              <a:t>           </a:t>
            </a:r>
            <a:r>
              <a:rPr dirty="0"/>
              <a:t>•  💬 </a:t>
            </a:r>
            <a:r>
              <a:rPr dirty="0" err="1"/>
              <a:t>Colloquio</a:t>
            </a:r>
            <a:r>
              <a:rPr dirty="0"/>
              <a:t> → </a:t>
            </a:r>
            <a:r>
              <a:rPr dirty="0" err="1"/>
              <a:t>bilancio</a:t>
            </a:r>
            <a:r>
              <a:rPr dirty="0"/>
              <a:t> </a:t>
            </a:r>
            <a:r>
              <a:rPr dirty="0" err="1"/>
              <a:t>competenze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📄 Word → export </a:t>
            </a:r>
            <a:r>
              <a:rPr dirty="0" err="1"/>
              <a:t>documento</a:t>
            </a:r>
            <a:r>
              <a:rPr dirty="0"/>
              <a:t> (solo fine 6 sett.)</a:t>
            </a:r>
            <a:r>
              <a:rPr lang="it-CH" dirty="0"/>
              <a:t> </a:t>
            </a:r>
            <a:r>
              <a:rPr dirty="0"/>
              <a:t>  </a:t>
            </a:r>
            <a:r>
              <a:rPr lang="it-CH" dirty="0"/>
              <a:t>       </a:t>
            </a:r>
            <a:r>
              <a:rPr dirty="0"/>
              <a:t>•  📨 </a:t>
            </a:r>
            <a:r>
              <a:rPr dirty="0" err="1"/>
              <a:t>Sollecita</a:t>
            </a:r>
            <a:r>
              <a:rPr dirty="0"/>
              <a:t> → </a:t>
            </a:r>
            <a:r>
              <a:rPr dirty="0" err="1"/>
              <a:t>invia</a:t>
            </a:r>
            <a:r>
              <a:rPr dirty="0"/>
              <a:t> reminder </a:t>
            </a:r>
            <a:r>
              <a:rPr dirty="0" err="1"/>
              <a:t>autovalutazione</a:t>
            </a: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•  💾 Salva → </a:t>
            </a:r>
            <a:r>
              <a:rPr dirty="0" err="1"/>
              <a:t>salva</a:t>
            </a:r>
            <a:r>
              <a:rPr dirty="0"/>
              <a:t> </a:t>
            </a:r>
            <a:r>
              <a:rPr dirty="0" err="1"/>
              <a:t>scelte</a:t>
            </a:r>
            <a:r>
              <a:rPr dirty="0"/>
              <a:t> </a:t>
            </a:r>
            <a:r>
              <a:rPr dirty="0" err="1"/>
              <a:t>settimanali</a:t>
            </a:r>
            <a:endParaRPr dirty="0"/>
          </a:p>
        </p:txBody>
      </p:sp>
      <p:pic>
        <p:nvPicPr>
          <p:cNvPr id="8" name="Immagine 7" descr="Immagine che contiene testo, schermata, Carattere, software">
            <a:extLst>
              <a:ext uri="{FF2B5EF4-FFF2-40B4-BE49-F238E27FC236}">
                <a16:creationId xmlns:a16="http://schemas.microsoft.com/office/drawing/2014/main" id="{27A7FB64-DB81-EFC6-E3E7-DE803D350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49" y="1960007"/>
            <a:ext cx="8260702" cy="46661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Timeline e Attività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Timeline 6 settimane con icone stato + tabella attività settimanali</a:t>
            </a:r>
          </a:p>
        </p:txBody>
      </p:sp>
      <p:pic>
        <p:nvPicPr>
          <p:cNvPr id="8" name="Immagine 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0388A6E5-8980-802C-126C-45839E72A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088" y="662158"/>
            <a:ext cx="5715798" cy="56014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099AE-877B-220D-CA8E-F69E827FA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FA1F04-59E7-2A9D-B756-1548E689D6B2}"/>
              </a:ext>
            </a:extLst>
          </p:cNvPr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Quick Actions e Scelte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A9C054-20DA-B2B9-858C-B258C9F20679}"/>
              </a:ext>
            </a:extLst>
          </p:cNvPr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Barra pulsanti azione + dropdown scelte settimanali</a:t>
            </a:r>
          </a:p>
        </p:txBody>
      </p:sp>
      <p:pic>
        <p:nvPicPr>
          <p:cNvPr id="9" name="Immagine 8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29A7CFCF-6673-2A59-5C9D-EAE0528F0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12" y="1915885"/>
            <a:ext cx="7448575" cy="278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624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44E08077-3AEB-5EAA-220D-8D765579E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708"/>
            <a:ext cx="9144000" cy="505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08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E46C10B3-1FE6-1603-AEB5-2EAFCB650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7096"/>
            <a:ext cx="9144000" cy="552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07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diagramma, schermata, mappa&#10;&#10;Il contenuto generato dall'IA potrebbe non essere corretto.">
            <a:extLst>
              <a:ext uri="{FF2B5EF4-FFF2-40B4-BE49-F238E27FC236}">
                <a16:creationId xmlns:a16="http://schemas.microsoft.com/office/drawing/2014/main" id="{9C569AFE-D1C5-5C16-ECCE-DBD572F6D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3384"/>
            <a:ext cx="9144000" cy="545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910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mapp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99D61DD3-52E3-5B3E-32B9-2B1B358FA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132"/>
            <a:ext cx="9144000" cy="3323603"/>
          </a:xfrm>
          <a:prstGeom prst="rect">
            <a:avLst/>
          </a:prstGeom>
        </p:spPr>
      </p:pic>
      <p:pic>
        <p:nvPicPr>
          <p:cNvPr id="5" name="Immagine 4" descr="Immagine che contiene testo, schermata, software, numero&#10;&#10;Il contenuto generato dall'IA potrebbe non essere corretto.">
            <a:extLst>
              <a:ext uri="{FF2B5EF4-FFF2-40B4-BE49-F238E27FC236}">
                <a16:creationId xmlns:a16="http://schemas.microsoft.com/office/drawing/2014/main" id="{9A2B6FB7-D04F-F599-23C1-5BD1AB6C8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94779"/>
            <a:ext cx="9144000" cy="270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479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, schermata, software, numero&#10;&#10;Il contenuto generato dall'IA potrebbe non essere corretto.">
            <a:extLst>
              <a:ext uri="{FF2B5EF4-FFF2-40B4-BE49-F238E27FC236}">
                <a16:creationId xmlns:a16="http://schemas.microsoft.com/office/drawing/2014/main" id="{6B541EF6-2F50-7D86-78D1-F8C673D76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173"/>
            <a:ext cx="9144000" cy="4766863"/>
          </a:xfrm>
          <a:prstGeom prst="rect">
            <a:avLst/>
          </a:prstGeom>
        </p:spPr>
      </p:pic>
      <p:pic>
        <p:nvPicPr>
          <p:cNvPr id="4" name="Immagine 3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3EEDF50C-5A60-B5DA-D1CF-4873666EB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26" y="5351095"/>
            <a:ext cx="8944947" cy="125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97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software, numero&#10;&#10;Il contenuto generato dall'IA potrebbe non essere corretto.">
            <a:extLst>
              <a:ext uri="{FF2B5EF4-FFF2-40B4-BE49-F238E27FC236}">
                <a16:creationId xmlns:a16="http://schemas.microsoft.com/office/drawing/2014/main" id="{A1CFDA52-370C-7DFB-04D2-2F19C1C66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802"/>
            <a:ext cx="9144000" cy="4286811"/>
          </a:xfrm>
          <a:prstGeom prst="rect">
            <a:avLst/>
          </a:prstGeom>
        </p:spPr>
      </p:pic>
      <p:pic>
        <p:nvPicPr>
          <p:cNvPr id="5" name="Immagine 4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1CE9DA86-FDD8-AE18-AB53-FAF803AB7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7591"/>
            <a:ext cx="9144000" cy="470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02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Fine Modulo 3</a:t>
            </a:r>
          </a:p>
          <a:p>
            <a:br/>
            <a:r>
              <a:t>Prossimo: Report Studente - Tab e Radar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Microsoft Office PowerPoint</Application>
  <PresentationFormat>Presentazione su schermo (4:3)</PresentationFormat>
  <Paragraphs>36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Cristian Bodda</cp:lastModifiedBy>
  <cp:revision>2</cp:revision>
  <dcterms:created xsi:type="dcterms:W3CDTF">2013-01-27T09:14:16Z</dcterms:created>
  <dcterms:modified xsi:type="dcterms:W3CDTF">2026-02-16T17:31:05Z</dcterms:modified>
  <cp:category/>
</cp:coreProperties>
</file>