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DDDDFF"/>
                </a:solidFill>
              </a:defRPr>
            </a:pPr>
            <a:r>
              <a:t>Modulo 6</a:t>
            </a:r>
          </a:p>
          <a:p>
            <a:pPr algn="ctr">
              <a:defRPr sz="3600" b="1">
                <a:solidFill>
                  <a:srgbClr val="FFFFFF"/>
                </a:solidFill>
              </a:defRPr>
            </a:pPr>
            <a:r>
              <a:t>Valutazione e Scala Bloom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CCCCFF"/>
                </a:solidFill>
              </a:defRPr>
            </a:pPr>
            <a:r>
              <a:t>Come valutare con la scala Bloom (0-6)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AAAAFF"/>
                </a:solidFill>
              </a:defRPr>
            </a:pPr>
            <a:r>
              <a:t>FTM Academy - Video Corso Coach/Formatore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3E50"/>
                </a:solidFill>
              </a:defRPr>
            </a:pPr>
            <a:r>
              <a:t>Pagina Valutazione Formatore</a:t>
            </a:r>
          </a:p>
        </p:txBody>
      </p:sp>
      <p:pic>
        <p:nvPicPr>
          <p:cNvPr id="3" name="Picture 2" descr="mod06_eval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8229600" cy="54221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350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999999"/>
                </a:solidFill>
              </a:defRPr>
            </a:pPr>
            <a:r>
              <a:t>Header gradiente con selettore settore e medaglie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defRPr sz="2400" b="1">
                <a:solidFill>
                  <a:srgbClr val="2C3E50"/>
                </a:solidFill>
              </a:defRPr>
            </a:pPr>
            <a:r>
              <a:t>Struttura della Valutazione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8046720" cy="36576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Selezione settore: dropdown con 🥇🥈🥉 per priorità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Aree espandibili (A-G): accordion con competenze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7 pulsanti per competenza: N/O, 1, 2, 3, 4, 5, 6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Note per competenza + note generali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3E50"/>
                </a:solidFill>
              </a:defRPr>
            </a:pPr>
            <a:r>
              <a:t>Compilazione Competenze</a:t>
            </a:r>
          </a:p>
        </p:txBody>
      </p:sp>
      <p:pic>
        <p:nvPicPr>
          <p:cNvPr id="3" name="Picture 2" descr="mod06_eval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8229600" cy="54221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350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999999"/>
                </a:solidFill>
              </a:defRPr>
            </a:pPr>
            <a:r>
              <a:t>Area espansa con pulsanti Bloom e note per ogni competenza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defRPr sz="2400" b="1">
                <a:solidFill>
                  <a:srgbClr val="2C3E50"/>
                </a:solidFill>
              </a:defRPr>
            </a:pPr>
            <a:r>
              <a:t>Scala Bloom - I 6 Livelli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8046720" cy="36576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0 N/O: Non Osservato (non hai potuto valutare)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1 Ricordare: sa elencare, definire, ripetere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2 Comprendere: spiega con parole proprie il perché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3 Applicare: esegue procedure standard correttamente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4 Analizzare: diagnostica, identifica cause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5 Valutare: sceglie tra soluzioni e motiva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6 Creare: inventa soluzioni nuove (raro in formazione)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defRPr sz="2400" b="1">
                <a:solidFill>
                  <a:srgbClr val="2C3E50"/>
                </a:solidFill>
              </a:defRPr>
            </a:pPr>
            <a:r>
              <a:t>Esempi Pratici - Come Decidere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8046720" cy="36576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Ha ripetuto una definizione a memoria → Livello 1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Ha spiegato un concetto con esempi propri → Livello 2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Ha eseguito una procedura standard → Livello 3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Ha identificato un guasto dai sintomi → Livello 4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Ha scelto tra due soluzioni e motivato → Livello 5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Ha inventato una soluzione inedita → Livello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999999"/>
                </a:solidFill>
              </a:defRPr>
            </a:pPr>
            <a:r>
              <a:t>💡 Errore comune: confondere "Applicare" (segue la procedura da solo) con "Ricordare" (la ripete solo quando gliela detti)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defRPr sz="2400" b="1">
                <a:solidFill>
                  <a:srgbClr val="2C3E50"/>
                </a:solidFill>
              </a:defRPr>
            </a:pPr>
            <a:r>
              <a:t>Salvataggio e Stati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8046720" cy="36576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💾 Salva Bozza (blu): puoi tornare a modificare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✅ Salva e Completa (verde): valutazione finita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🔐 Firma (rosso): valutazione ufficiale e bloccata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🔓 Riapri per Modifiche (teal): sblocca una firmata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3E50"/>
                </a:solidFill>
              </a:defRPr>
            </a:pPr>
            <a:r>
              <a:t>Pulsanti Azione</a:t>
            </a:r>
          </a:p>
        </p:txBody>
      </p:sp>
      <p:pic>
        <p:nvPicPr>
          <p:cNvPr id="3" name="Picture 2" descr="mod06_eval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8229600" cy="54221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350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999999"/>
                </a:solidFill>
              </a:defRPr>
            </a:pPr>
            <a:r>
              <a:t>Barra azione con Salva Bozza, Completa, Firma e Riapri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64BA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Fine Modulo 6</a:t>
            </a:r>
          </a:p>
          <a:p>
            <a:br/>
            <a:pPr algn="ctr">
              <a:defRPr sz="1800">
                <a:solidFill>
                  <a:srgbClr val="DDDDFF"/>
                </a:solidFill>
              </a:defRPr>
            </a:pPr>
            <a:r>
              <a:t>Prossimo: Bilancio Competenze e Note Coach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