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DDDFF"/>
                </a:solidFill>
              </a:defRPr>
            </a:pPr>
            <a:r>
              <a:t>Modulo 4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Report Studente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FF"/>
                </a:solidFill>
              </a:defRPr>
            </a:pPr>
            <a:r>
              <a:t>Tab, Radar e pannello FTM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AAFF"/>
                </a:solidFill>
              </a:defRPr>
            </a:pPr>
            <a:r>
              <a:t>FTM Academy - Video Corso Coach/Formatore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Header del Report</a:t>
            </a:r>
          </a:p>
        </p:txBody>
      </p:sp>
      <p:pic>
        <p:nvPicPr>
          <p:cNvPr id="3" name="Picture 2" descr="mod04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Header con foto studente, nome, email, corso e % globale su sfondo viola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Le 7 Tab Principali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📊 Panoramica: mappa competenze con radar e card aree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📚 Piano: competenze in 4 categorie (Critico/Migliorare/Buono/Eccellente)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📝 Quiz: tabella quiz con tentativi e punteggi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📊 Autovalutazione ↗: link esterno (nuova scheda)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🔬 Laboratorio ↗: link esterno (nuova scheda)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📈 Progressi: grafico andamento nel tempo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📋 Dettagli: tabella completa con valutazione inline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Tab Panoramica con Radar</a:t>
            </a:r>
          </a:p>
        </p:txBody>
      </p:sp>
      <p:pic>
        <p:nvPicPr>
          <p:cNvPr id="3" name="Picture 2" descr="mod04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Tab Panoramica con radar aree di competenza e riepilogo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Tab Dettagli</a:t>
            </a:r>
          </a:p>
        </p:txBody>
      </p:sp>
      <p:pic>
        <p:nvPicPr>
          <p:cNvPr id="3" name="Picture 2" descr="mod04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Tabella competenze con filtri, ordinamento e badge Bloom cliccabili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Valutazione Inline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Clicca sul badge Bloom nella colonna "Valutazione"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Dropdown con livelli N/O + 1-6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Auto-save dopo 500ms (debounce)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Toast conferma: "Salvando..." poi "✓ Salvato!"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999999"/>
                </a:solidFill>
              </a:defRPr>
            </a:pPr>
            <a:r>
              <a:t>💡 Comodo per valutazioni rapide. Per valutazione completa usa la pagina dedicata.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Pannello FTM - 6 Tab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2400" b="1">
                <a:solidFill>
                  <a:srgbClr val="999999"/>
                </a:solidFill>
              </a:defRPr>
            </a:pPr>
            <a:r>
              <a:t>📷 SCREENSHOT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Pannello FTM con tab Settori, Ultimi 7gg, Configurazione, Progresso, Gap, Spunti</a:t>
            </a:r>
          </a:p>
          <a:p>
            <a:br/>
            <a:pPr algn="ctr">
              <a:defRPr sz="1000">
                <a:solidFill>
                  <a:srgbClr val="BBBBBB"/>
                </a:solidFill>
              </a:defRPr>
            </a:pPr>
            <a:r>
              <a:t>[File: mod04_ftm_panel.png]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Pannello FTM con tab Settori, Ultimi 7gg, Configurazione, Progresso, Gap, Spunti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Tab Ultimi 7 Giorni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2400" b="1">
                <a:solidFill>
                  <a:srgbClr val="999999"/>
                </a:solidFill>
              </a:defRPr>
            </a:pPr>
            <a:r>
              <a:t>📷 SCREENSHOT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Tabella quiz recenti con stato (Completato/In corso/Scaduto) e link Review</a:t>
            </a:r>
          </a:p>
          <a:p>
            <a:br/>
            <a:pPr algn="ctr">
              <a:defRPr sz="1000">
                <a:solidFill>
                  <a:srgbClr val="BBBBBB"/>
                </a:solidFill>
              </a:defRPr>
            </a:pPr>
            <a:r>
              <a:t>[File: mod04_ultimi7gg.png]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Tabella quiz recenti con stato (Completato/In corso/Scaduto) e link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Configurazione e Soglie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2400" b="1">
                <a:solidFill>
                  <a:srgbClr val="999999"/>
                </a:solidFill>
              </a:defRPr>
            </a:pPr>
            <a:r>
              <a:t>📷 SCREENSHOT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Toggle visualizzazione + slider soglie Gap Analysis</a:t>
            </a:r>
          </a:p>
          <a:p>
            <a:br/>
            <a:pPr algn="ctr">
              <a:defRPr sz="1000">
                <a:solidFill>
                  <a:srgbClr val="BBBBBB"/>
                </a:solidFill>
              </a:defRPr>
            </a:pPr>
            <a:r>
              <a:t>[File: mod04_config.png]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Toggle visualizzazione + slider soglie Gap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Stampa Personalizzata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2400" b="1">
                <a:solidFill>
                  <a:srgbClr val="999999"/>
                </a:solidFill>
              </a:defRPr>
            </a:pPr>
            <a:r>
              <a:t>📷 SCREENSHOT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Modal stampa con checkbox sezioni, ordine, tono e filtro settore</a:t>
            </a:r>
          </a:p>
          <a:p>
            <a:br/>
            <a:pPr algn="ctr">
              <a:defRPr sz="1000">
                <a:solidFill>
                  <a:srgbClr val="BBBBBB"/>
                </a:solidFill>
              </a:defRPr>
            </a:pPr>
            <a:r>
              <a:t>[File: mod04_stampa.png]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Modal stampa con checkbox sezioni, ordine, tono e filtro settore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Fine Modulo 4</a:t>
            </a:r>
          </a:p>
          <a:p>
            <a:br/>
            <a:pPr algn="ctr">
              <a:defRPr sz="1800">
                <a:solidFill>
                  <a:srgbClr val="DDDDFF"/>
                </a:solidFill>
              </a:defRPr>
            </a:pPr>
            <a:r>
              <a:t>Prossimo: Gap Analysis e Spunti Colloquio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