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DDDFF"/>
                </a:solidFill>
              </a:defRPr>
            </a:pPr>
            <a:r>
              <a:t>Modulo 8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Self-Assessment e Scheduler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FF"/>
                </a:solidFill>
              </a:defRPr>
            </a:pPr>
            <a:r>
              <a:t>Gestione autovalutazioni e calendario formativo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AAFF"/>
                </a:solidFill>
              </a:defRPr>
            </a:pPr>
            <a:r>
              <a:t>FTM Academy - Video Corso Coach/Formatore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Self-Assessment Dashboard</a:t>
            </a:r>
          </a:p>
        </p:txBody>
      </p:sp>
      <p:pic>
        <p:nvPicPr>
          <p:cNvPr id="3" name="Picture 2" descr="mod08_self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Dashboard con 4 stat card + filtri + tabella studenti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Azioni Self-Assessment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👁️ Vedi: apre il report autovalutazione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🔕 Disabilita/Riabilita: toggle AJAX con conferma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📧 Reminder: invia promemoria (solo se abilitato + in attesa)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📋 Assegna Autovalutazioni: pagina di assegnazione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FTM Scheduler - Panoramica</a:t>
            </a:r>
          </a:p>
        </p:txBody>
      </p:sp>
      <p:pic>
        <p:nvPicPr>
          <p:cNvPr id="3" name="Picture 2" descr="mod08_self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Scheduler con barra gruppi attivi, stat card e tab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Vista Settimanale</a:t>
            </a:r>
          </a:p>
        </p:txBody>
      </p:sp>
      <p:pic>
        <p:nvPicPr>
          <p:cNvPr id="3" name="Picture 2" descr="mod08_self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Griglia calendario 5 giorni x 2 fasce con blocchi colorati per gruppo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I 5 Gruppi Colore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🟨 Giallo (#FFFF00) - testo scuro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⬜ Grigio (#808080) - testo bianco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🟥 Rosso (#FF0000) - testo bianco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🟫 Marrone (#996633) - testo bianco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🟪 Viola (#7030A0) - testo bianco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999999"/>
                </a:solidFill>
              </a:defRPr>
            </a:pPr>
            <a:r>
              <a:t>💡 Bordo tratteggiato blu = prenotazioni esterne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Creare Nuovo Gruppo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50292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8000"/>
              </a:spcBef>
              <a:defRPr sz="2400" b="1">
                <a:solidFill>
                  <a:srgbClr val="999999"/>
                </a:solidFill>
              </a:defRPr>
            </a:pPr>
            <a:r>
              <a:t>📷 SCREENSHOT</a:t>
            </a:r>
          </a:p>
          <a:p>
            <a:pPr algn="ctr">
              <a:defRPr sz="1400">
                <a:solidFill>
                  <a:srgbClr val="999999"/>
                </a:solidFill>
              </a:defRPr>
            </a:pPr>
            <a:r>
              <a:t>Modal "Crea Nuovo Gruppo" con selettore colore e settimana</a:t>
            </a:r>
          </a:p>
          <a:p>
            <a:br/>
            <a:pPr algn="ctr">
              <a:defRPr sz="1000">
                <a:solidFill>
                  <a:srgbClr val="BBBBBB"/>
                </a:solidFill>
              </a:defRPr>
            </a:pPr>
            <a:r>
              <a:t>[File: mod08_nuovo_gruppo.png]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Modal "Crea Nuovo Gruppo" con selettore colore e settimana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Tab Aule</a:t>
            </a:r>
          </a:p>
        </p:txBody>
      </p:sp>
      <p:pic>
        <p:nvPicPr>
          <p:cNvPr id="3" name="Picture 2" descr="mod08_self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Card delle 3 aule con tipo, capacità e attrezzature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Tab Atelier</a:t>
            </a:r>
          </a:p>
        </p:txBody>
      </p:sp>
      <p:pic>
        <p:nvPicPr>
          <p:cNvPr id="3" name="Picture 2" descr="mod08_self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Catalogo atelier con tabella e riga obbligatoria evidenziata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Registro Presenze</a:t>
            </a:r>
          </a:p>
        </p:txBody>
      </p:sp>
      <p:pic>
        <p:nvPicPr>
          <p:cNvPr id="3" name="Picture 2" descr="mod08_self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Pagina presenze con card attività e tabella studenti Presente/Assente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Fine Modulo 8</a:t>
            </a:r>
          </a:p>
          <a:p>
            <a:br/>
            <a:pPr algn="ctr">
              <a:defRPr sz="1800">
                <a:solidFill>
                  <a:srgbClr val="DDDDFF"/>
                </a:solidFill>
              </a:defRPr>
            </a:pPr>
            <a:r>
              <a:t>Prossimo: Casi d'Uso Pratici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