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5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Gap Analysis e Spunti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Analisi scostamenti e preparazione colloquio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Cos'è la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Gap = Autovalutazione% - Performance Quiz%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Sopravvalutazione: studente si valuta MEGLIO dei quiz (⬆️ rosso)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Sottovalutazione: studente si valuta PEGGIO dei quiz (⬇️ arancione)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Allineato: differenza sotto soglia (✅ verde)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Soglie Configurabili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Allineamento: 5-40% (default 10%) → considerato allineato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Monitorare: 15-60% (default 25%) → da tenere d'occhio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Critico: 20-80% (default 30%) → richiede intervento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Ordinamento: per magnitudine gap (più grande prima)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Tab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Tabella Gap Analysis con indicatori freccia e colori per area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mod05_gap.png]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Tabella Gap Analysis con indicatori freccia e colori per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Tab Spunti Colloquio - 3 Categorie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🔴 Critici: gap &gt; soglia critico → domande specifiche urgenti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⚠️ Attenzione: gap medio → suggerimenti miglioramento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✅ Positivi: sottovalutazione → punti di forza da valorizzare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Spunti Colloquio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Le 3 categorie di spunti con domande suggerite per area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mod05_spunti.png]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Le 3 categorie di spunti con domande suggerite per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Workflow Preparazione Colloquio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1. Apri Gap Analysis → identifica le aree critiche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2. Leggi Spunti Colloquio → prepara le domande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3. Scrivi note coach → annota punti da discutere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4. (Opzionale) Stampa con tono formale per aziende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5</a:t>
            </a:r>
          </a:p>
          <a:p>
            <a:br/>
            <a:pPr algn="ctr">
              <a:defRPr sz="1800">
                <a:solidFill>
                  <a:srgbClr val="DDDDFF"/>
                </a:solidFill>
              </a:defRPr>
            </a:pPr>
            <a:r>
              <a:t>Prossimo: Valutazione Formatore e Scala Bloom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