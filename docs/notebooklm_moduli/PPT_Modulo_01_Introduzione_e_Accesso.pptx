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DDDFF"/>
                </a:solidFill>
              </a:defRPr>
            </a:pPr>
            <a:r>
              <a:t>Modulo 1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Introduzione e Accesso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FF"/>
                </a:solidFill>
              </a:defRPr>
            </a:pPr>
            <a:r>
              <a:t>Panoramica del sistema FTM Academy e come accedere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AAFF"/>
                </a:solidFill>
              </a:defRPr>
            </a:pPr>
            <a:r>
              <a:t>FTM Academy - Video Corso Coach/Formatore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Cos'è FTM Academy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Ecosistema di plugin Moodle per competenze professionali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Il coach monitora, valuta e guida gli studenti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Percorso formativo strutturato in 6 settimane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Dati oggettivi per colloqui e valutazioni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I 5 Strumenti del Coach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2400" b="1">
                <a:solidFill>
                  <a:srgbClr val="999999"/>
                </a:solidFill>
              </a:defRPr>
            </a:pPr>
            <a:r>
              <a:t>📷 SCREENSHOT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Schema dei 5 strumenti: Dashboard, Report, Valutazione, Bilancio, Scheduler</a:t>
            </a:r>
          </a:p>
          <a:p>
            <a:br/>
            <a:pPr algn="ctr">
              <a:defRPr sz="1000">
                <a:solidFill>
                  <a:srgbClr val="BBBBBB"/>
                </a:solidFill>
              </a:defRPr>
            </a:pPr>
            <a:r>
              <a:t>[File: mod01_strumenti.png]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Schema dei 5 strumenti: Dashboard, Report, Valutazione, Bilancio, Scheduler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Le 4 Fonti Dati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Quiz: risultati oggettivi dei test Moodle (automatico)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Autovalutazione: lo studente si valuta su scala Bloom (1-6)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LabEval: valutazione pratica del formatore laboratorio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Coach: la tua valutazione diretta basata su osservazione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999999"/>
                </a:solidFill>
              </a:defRPr>
            </a:pPr>
            <a:r>
              <a:t>💡 Il radar overlay sovrappone tutte e 4 le fonti per confronto immediato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Accesso al Sistema</a:t>
            </a:r>
          </a:p>
        </p:txBody>
      </p:sp>
      <p:pic>
        <p:nvPicPr>
          <p:cNvPr id="3" name="Picture 2" descr="mod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Pagina di login Moodle con URL e campi username/password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FTM Tools Hub</a:t>
            </a:r>
          </a:p>
        </p:txBody>
      </p:sp>
      <p:pic>
        <p:nvPicPr>
          <p:cNvPr id="3" name="Picture 2" descr="mod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Blocco FTM Tools con i link ai vari strumenti coach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Flusso di Lavoro 6 Settimane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Sett. 1-2: Accoglienza, quiz iniziali, prima autovalutazione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Sett. 3-4: Monitoraggio, laboratori, valutazioni intermedie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Sett. 5-6: Colloqui, valutazione finale, report conclusivo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Dashboard: centro di controllo per tutte le fasi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Fine Modulo 1</a:t>
            </a:r>
          </a:p>
          <a:p>
            <a:br/>
            <a:pPr algn="ctr">
              <a:defRPr sz="1800">
                <a:solidFill>
                  <a:srgbClr val="DDDDFF"/>
                </a:solidFill>
              </a:defRPr>
            </a:pPr>
            <a:r>
              <a:t>Prossimo: Coach Dashboard - Panoramica, Viste e Filtri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