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DDDDFF"/>
                </a:solidFill>
              </a:defRPr>
            </a:pPr>
            <a:r>
              <a:t>Modulo 7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Bilancio Competenze e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6576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CCCCFF"/>
                </a:solidFill>
              </a:defRPr>
            </a:pPr>
            <a:r>
              <a:t>Preparazione colloqui e sistema 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AAAAFF"/>
                </a:solidFill>
              </a:defRPr>
            </a:pPr>
            <a:r>
              <a:t>FTM Academy - Video Corso Coach/Formatore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Bilancio vs Report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Report Studente: analisi dati dettagliata (per il coach)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Bilancio Competenze: sintesi per colloqui (per lo studente)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Accesso: pulsante "💬 Colloquio" dalla Dashboard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URL: reports_v2.php?studentid=X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Bilancio - Tab Panoramica</a:t>
            </a:r>
          </a:p>
        </p:txBody>
      </p:sp>
      <p:pic>
        <p:nvPicPr>
          <p:cNvPr id="3" name="Picture 2" descr="mod07_bilancio_panoram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5 stat card cliccabili + punti di forza + aree critiche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Radar Confronto</a:t>
            </a:r>
          </a:p>
        </p:txBody>
      </p:sp>
      <p:pic>
        <p:nvPicPr>
          <p:cNvPr id="3" name="Picture 2" descr="mod07_bilancio_panoram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Radar con checkbox Quiz/Autoval sovrapposti e grafico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Mappa Competenze</a:t>
            </a:r>
          </a:p>
        </p:txBody>
      </p:sp>
      <p:pic>
        <p:nvPicPr>
          <p:cNvPr id="3" name="Picture 2" descr="mod07_bilancio_panoram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Card area cliccabili con colori stato (verde/teal/giallo/rosso)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37160"/>
            <a:ext cx="8046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Confronta Studenti</a:t>
            </a:r>
          </a:p>
        </p:txBody>
      </p:sp>
      <p:pic>
        <p:nvPicPr>
          <p:cNvPr id="3" name="Picture 2" descr="mod07_bilancio_panorami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8229600" cy="54221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03504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99999"/>
                </a:solidFill>
              </a:defRPr>
            </a:pPr>
            <a:r>
              <a:t>Due dropdown + tabella confronto + radar sovrapposto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Tab Colloquio - Preparazione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Priorità: aree ordinate per criticità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Domande suggerite per settore specifico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Le 3 aree peggiori evidenziate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Note coach con salvataggio AJAX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0"/>
              </a:spcBef>
              <a:defRPr sz="2400" b="1">
                <a:solidFill>
                  <a:srgbClr val="2C3E50"/>
                </a:solidFill>
              </a:defRPr>
            </a:pPr>
            <a:r>
              <a:t>Note Coach - Regole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8046720" cy="36576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Visibili a: te (coach) + segreteria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MAI visibili allo studente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Sovrascrittura: ogni salvataggio sostituisce il precedente</a:t>
            </a:r>
          </a:p>
          <a:p>
            <a:pPr>
              <a:spcAft>
                <a:spcPts val="800"/>
              </a:spcAft>
              <a:defRPr sz="1600">
                <a:solidFill>
                  <a:srgbClr val="2C3E50"/>
                </a:solidFill>
              </a:defRPr>
            </a:pPr>
            <a:r>
              <a:t>  •  Suggerimento: aggiungi la data prima di ogni annotazione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Fine Modulo 7</a:t>
            </a:r>
          </a:p>
          <a:p>
            <a:br/>
            <a:pPr algn="ctr">
              <a:defRPr sz="1800">
                <a:solidFill>
                  <a:srgbClr val="DDDDFF"/>
                </a:solidFill>
              </a:defRPr>
            </a:pPr>
            <a:r>
              <a:t>Prossimo: Self-Assessment e FTM Scheduler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