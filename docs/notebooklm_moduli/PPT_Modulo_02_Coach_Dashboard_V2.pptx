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DDDFF"/>
                </a:solidFill>
              </a:defRPr>
            </a:pPr>
            <a:r>
              <a:t>Modulo 2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Coach Dashboard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FF"/>
                </a:solidFill>
              </a:defRPr>
            </a:pPr>
            <a:r>
              <a:t>Panoramica, Viste disponibili e Filtri avanzati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AAFF"/>
                </a:solidFill>
              </a:defRPr>
            </a:pPr>
            <a:r>
              <a:t>FTM Academy - Video Corso Coach/Formatore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Dashboard V2 - Vista Completa</a:t>
            </a:r>
          </a:p>
        </p:txBody>
      </p:sp>
      <p:pic>
        <p:nvPicPr>
          <p:cNvPr id="3" name="Picture 2" descr="mod02_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Vista panoramica della Coach Dashboard V2 con tutte le aree visibili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I 3 Pulsanti Header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← Versione Classica: torna al vecchio layout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Scelte Rapide: assegnazione rapida test e laboratori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Rapporto Classe: report aggregato di tutta la classe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Le 5 Statistiche</a:t>
            </a:r>
          </a:p>
        </p:txBody>
      </p:sp>
      <p:pic>
        <p:nvPicPr>
          <p:cNvPr id="3" name="Picture 2" descr="mod02_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Le 5 stat card colorate: Studenti, Media, Autoval, Lab, Fine 6 Sett.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I 6 Quick Filters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2400" b="1">
                <a:solidFill>
                  <a:srgbClr val="999999"/>
                </a:solidFill>
              </a:defRPr>
            </a:pPr>
            <a:r>
              <a:t>📷 SCREENSHOT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Pulsanti quick filter con conteggi: Tutti, Mancano Scelte, Manca Autoval...</a:t>
            </a:r>
          </a:p>
          <a:p>
            <a:br/>
            <a:pPr algn="ctr">
              <a:defRPr sz="1000">
                <a:solidFill>
                  <a:srgbClr val="BBBBBB"/>
                </a:solidFill>
              </a:defRPr>
            </a:pPr>
            <a:r>
              <a:t>[File: mod02_quick_filters.png]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Pulsanti quick filter con conteggi: Tutti, Mancano Scelte, Manca Autoval...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Le 4 Viste Disponibili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Classica: layout originale (retrocompatibilità)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Compatta: tabella una riga per studente (visione d'insieme)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Standard: card espandibili in griglia (consigliata)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Dettagliata: pannelli sempre aperti, 2 colonne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Vista Compatta</a:t>
            </a:r>
          </a:p>
        </p:txBody>
      </p:sp>
      <p:pic>
        <p:nvPicPr>
          <p:cNvPr id="3" name="Picture 2" descr="mod02_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Vista compatta con tabella a riga singola per studente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Vista Standard</a:t>
            </a:r>
          </a:p>
        </p:txBody>
      </p:sp>
      <p:pic>
        <p:nvPicPr>
          <p:cNvPr id="3" name="Picture 2" descr="mod02_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Vista standard con card espandibili, una aperta e due chiuse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Zoom e Accessibilità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A- (90%): testo più piccolo, più studenti visibili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 (100%): dimensione normale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A+ (120%): testo più grande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A++ (140%): massima accessibilità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999999"/>
                </a:solidFill>
              </a:defRPr>
            </a:pPr>
            <a:r>
              <a:t>💡 Le preferenze di zoom vengono salvate automaticamente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Filtri Avanzati</a:t>
            </a:r>
          </a:p>
        </p:txBody>
      </p:sp>
      <p:pic>
        <p:nvPicPr>
          <p:cNvPr id="3" name="Picture 2" descr="mod02_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Pannello filtri con dropdown corso, chip colore gruppo, settimana e stato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Fine Modulo 2</a:t>
            </a:r>
          </a:p>
          <a:p>
            <a:br/>
            <a:pPr algn="ctr">
              <a:defRPr sz="1800">
                <a:solidFill>
                  <a:srgbClr val="DDDDFF"/>
                </a:solidFill>
              </a:defRPr>
            </a:pPr>
            <a:r>
              <a:t>Prossimo: Card Studente e Azioni Rapide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