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DDDFF"/>
                </a:solidFill>
              </a:defRPr>
            </a:pPr>
            <a:r>
              <a:t>Modulo 9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Casi d'Uso Pratici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CCCFF"/>
                </a:solidFill>
              </a:defRPr>
            </a:pPr>
            <a:r>
              <a:t>16 workflow reali passo-passo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AAAFF"/>
                </a:solidFill>
              </a:defRPr>
            </a:pPr>
            <a:r>
              <a:t>FTM Academy - Video Corso Coach/Formatore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Caso 1: Nuovo Studente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Apri Dashboard → cerca Mario → espandi card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Verifica settore e corso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Assegna scelte settimanali (Test + Lab)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Invia autovalutazione con pulsante Sollecita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Caso 3: Gap Critici + Colloquio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Apri Report → tab FTM → Gap Analysis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Identifica aree con gap &gt; 30%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Vai a Spunti Colloquio → leggi domande suggerite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Apri Bilancio → tab Colloquio → salva note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Caso 4: Valutazione Completa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Dashboard → Valutazione → seleziona settore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Espandi area A → clicca livelli Bloom per ogni competenza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Aggiungi note per competenza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Salva bozza → Completa → Firma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Caso 6: Fine Percorso + Export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Completa e firma la valutazione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Dashboard → pulsante Word (appare solo a fine 6 sett.)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Scarica il documento Word generato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Verifica contenuto prima di inviare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Caso 9: Colloquio Tecnico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Bilancio → tab Colloquio → le 3 aree peggiori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Leggi domande suggerite specifiche per settore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Scrivi note pre-colloquio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Dopo il colloquio: aggiorna note con esito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Caso 14: Filtri Combinati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Dashboard → Quick Filter "Sotto Soglia"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Filtri Avanzati → Colore: Rosso + Settimana: 4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Risultato: solo studenti critici del gruppo rosso sett. 4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Per ognuno: Report → Gap Analysis → piano d'azione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Fine Modulo 9</a:t>
            </a:r>
          </a:p>
          <a:p>
            <a:br/>
            <a:pPr algn="ctr">
              <a:defRPr sz="1800">
                <a:solidFill>
                  <a:srgbClr val="DDDDFF"/>
                </a:solidFill>
              </a:defRPr>
            </a:pPr>
            <a:r>
              <a:t>Prossimo: Risoluzione Problemi e Riferimenti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